
<file path=ppt/presentation.xml><?xml version="1.0" encoding="utf-8"?>
<p:presentation xmlns:p="http://schemas.openxmlformats.org/presentationml/2006/main" xmlns:r="http://schemas.openxmlformats.org/officeDocument/2006/relationships">
  <p:sldIdLst>
    <p:sldId id="256" r:id="missing-slide"/>
  </p:sldIdLst>
</p:presentation>
</file>

<file path=ppt/_rels/presentation.xml.rels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a:t>Research and delivery plan. Define the user workflow. Verify responsive reading and controls.</a:t>
  </p:cSld>
</p:sld>
</file>

<file path=ppt/slides/slide2.xml><?xml version="1.0" encoding="utf-8"?>
<p:sld xmlns:p="http://schemas.openxmlformats.org/presentationml/2006/main" xmlns:a="http://schemas.openxmlformats.org/drawingml/2006/main">
  <p:cSld>
    <a:t>Final review. Check keyboard focus and error recovery. Confirm that every slide remains reachable.</a:t>
  </p:cSld>
</p:sld>
</file>